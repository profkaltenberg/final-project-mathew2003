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59" r:id="rId9"/>
    <p:sldId id="261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A0725-E3B2-44C2-9B37-1E4913143E3B}" v="35" dt="2026-05-12T10:26:48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w Scaria" userId="3974405e373567ab" providerId="LiveId" clId="{2DD90D6B-2F61-4982-A7A9-64CA15CE61DE}"/>
    <pc:docChg chg="undo custSel addSld modSld sldOrd">
      <pc:chgData name="Mathew Scaria" userId="3974405e373567ab" providerId="LiveId" clId="{2DD90D6B-2F61-4982-A7A9-64CA15CE61DE}" dt="2026-05-12T10:36:23.533" v="839" actId="1076"/>
      <pc:docMkLst>
        <pc:docMk/>
      </pc:docMkLst>
      <pc:sldChg chg="modSp new mod">
        <pc:chgData name="Mathew Scaria" userId="3974405e373567ab" providerId="LiveId" clId="{2DD90D6B-2F61-4982-A7A9-64CA15CE61DE}" dt="2026-05-08T20:45:26.305" v="66" actId="20577"/>
        <pc:sldMkLst>
          <pc:docMk/>
          <pc:sldMk cId="2987522229" sldId="256"/>
        </pc:sldMkLst>
        <pc:spChg chg="mod">
          <ac:chgData name="Mathew Scaria" userId="3974405e373567ab" providerId="LiveId" clId="{2DD90D6B-2F61-4982-A7A9-64CA15CE61DE}" dt="2026-05-08T20:45:18.969" v="49" actId="313"/>
          <ac:spMkLst>
            <pc:docMk/>
            <pc:sldMk cId="2987522229" sldId="256"/>
            <ac:spMk id="2" creationId="{15DA6684-A487-A0F6-19DF-168314AA77B5}"/>
          </ac:spMkLst>
        </pc:spChg>
        <pc:spChg chg="mod">
          <ac:chgData name="Mathew Scaria" userId="3974405e373567ab" providerId="LiveId" clId="{2DD90D6B-2F61-4982-A7A9-64CA15CE61DE}" dt="2026-05-08T20:45:26.305" v="66" actId="20577"/>
          <ac:spMkLst>
            <pc:docMk/>
            <pc:sldMk cId="2987522229" sldId="256"/>
            <ac:spMk id="3" creationId="{1E7622B5-C49D-FF32-CC71-410824607161}"/>
          </ac:spMkLst>
        </pc:spChg>
      </pc:sldChg>
      <pc:sldChg chg="addSp modSp new mod">
        <pc:chgData name="Mathew Scaria" userId="3974405e373567ab" providerId="LiveId" clId="{2DD90D6B-2F61-4982-A7A9-64CA15CE61DE}" dt="2026-05-12T10:01:50.866" v="792" actId="1076"/>
        <pc:sldMkLst>
          <pc:docMk/>
          <pc:sldMk cId="696866887" sldId="257"/>
        </pc:sldMkLst>
        <pc:spChg chg="mod">
          <ac:chgData name="Mathew Scaria" userId="3974405e373567ab" providerId="LiveId" clId="{2DD90D6B-2F61-4982-A7A9-64CA15CE61DE}" dt="2026-05-10T22:29:58.261" v="72" actId="20577"/>
          <ac:spMkLst>
            <pc:docMk/>
            <pc:sldMk cId="696866887" sldId="257"/>
            <ac:spMk id="2" creationId="{8029751E-C0FC-5E6E-2304-5276104486F3}"/>
          </ac:spMkLst>
        </pc:spChg>
        <pc:spChg chg="add mod">
          <ac:chgData name="Mathew Scaria" userId="3974405e373567ab" providerId="LiveId" clId="{2DD90D6B-2F61-4982-A7A9-64CA15CE61DE}" dt="2026-05-12T10:01:47.640" v="791" actId="20577"/>
          <ac:spMkLst>
            <pc:docMk/>
            <pc:sldMk cId="696866887" sldId="257"/>
            <ac:spMk id="3" creationId="{9FDB1765-415D-8A50-0123-6B10E598B749}"/>
          </ac:spMkLst>
        </pc:spChg>
        <pc:picChg chg="add mod">
          <ac:chgData name="Mathew Scaria" userId="3974405e373567ab" providerId="LiveId" clId="{2DD90D6B-2F61-4982-A7A9-64CA15CE61DE}" dt="2026-05-12T10:01:50.866" v="792" actId="1076"/>
          <ac:picMkLst>
            <pc:docMk/>
            <pc:sldMk cId="696866887" sldId="257"/>
            <ac:picMk id="5" creationId="{E7A385A5-044D-9747-7FF8-1819C7CE0755}"/>
          </ac:picMkLst>
        </pc:picChg>
      </pc:sldChg>
      <pc:sldChg chg="addSp delSp modSp add mod">
        <pc:chgData name="Mathew Scaria" userId="3974405e373567ab" providerId="LiveId" clId="{2DD90D6B-2F61-4982-A7A9-64CA15CE61DE}" dt="2026-05-12T09:18:26.059" v="754" actId="20577"/>
        <pc:sldMkLst>
          <pc:docMk/>
          <pc:sldMk cId="3782647756" sldId="258"/>
        </pc:sldMkLst>
        <pc:spChg chg="mod">
          <ac:chgData name="Mathew Scaria" userId="3974405e373567ab" providerId="LiveId" clId="{2DD90D6B-2F61-4982-A7A9-64CA15CE61DE}" dt="2026-05-10T22:36:04.320" v="133" actId="20577"/>
          <ac:spMkLst>
            <pc:docMk/>
            <pc:sldMk cId="3782647756" sldId="258"/>
            <ac:spMk id="2" creationId="{87B8F006-B50D-2B02-A0EB-288F977AD3DF}"/>
          </ac:spMkLst>
        </pc:spChg>
        <pc:spChg chg="mod">
          <ac:chgData name="Mathew Scaria" userId="3974405e373567ab" providerId="LiveId" clId="{2DD90D6B-2F61-4982-A7A9-64CA15CE61DE}" dt="2026-05-12T09:18:26.059" v="754" actId="20577"/>
          <ac:spMkLst>
            <pc:docMk/>
            <pc:sldMk cId="3782647756" sldId="258"/>
            <ac:spMk id="3" creationId="{5FC528D7-F7D4-2BD2-8811-E813BCAB9628}"/>
          </ac:spMkLst>
        </pc:spChg>
        <pc:spChg chg="add">
          <ac:chgData name="Mathew Scaria" userId="3974405e373567ab" providerId="LiveId" clId="{2DD90D6B-2F61-4982-A7A9-64CA15CE61DE}" dt="2026-05-12T09:02:17.129" v="700"/>
          <ac:spMkLst>
            <pc:docMk/>
            <pc:sldMk cId="3782647756" sldId="258"/>
            <ac:spMk id="9" creationId="{208F1E66-FBE7-D0B4-C5AF-D1B9057E2D8C}"/>
          </ac:spMkLst>
        </pc:spChg>
        <pc:spChg chg="add">
          <ac:chgData name="Mathew Scaria" userId="3974405e373567ab" providerId="LiveId" clId="{2DD90D6B-2F61-4982-A7A9-64CA15CE61DE}" dt="2026-05-12T09:02:36.327" v="704"/>
          <ac:spMkLst>
            <pc:docMk/>
            <pc:sldMk cId="3782647756" sldId="258"/>
            <ac:spMk id="10" creationId="{D53C07F2-5AF3-FA80-CADE-3B85419C5A7F}"/>
          </ac:spMkLst>
        </pc:spChg>
        <pc:picChg chg="add del mod">
          <ac:chgData name="Mathew Scaria" userId="3974405e373567ab" providerId="LiveId" clId="{2DD90D6B-2F61-4982-A7A9-64CA15CE61DE}" dt="2026-05-12T08:22:17.634" v="681" actId="478"/>
          <ac:picMkLst>
            <pc:docMk/>
            <pc:sldMk cId="3782647756" sldId="258"/>
            <ac:picMk id="5" creationId="{136D6A22-E7D3-5A09-230F-3F0E20889F71}"/>
          </ac:picMkLst>
        </pc:picChg>
        <pc:picChg chg="add del mod">
          <ac:chgData name="Mathew Scaria" userId="3974405e373567ab" providerId="LiveId" clId="{2DD90D6B-2F61-4982-A7A9-64CA15CE61DE}" dt="2026-05-12T08:23:44.527" v="689" actId="478"/>
          <ac:picMkLst>
            <pc:docMk/>
            <pc:sldMk cId="3782647756" sldId="258"/>
            <ac:picMk id="6" creationId="{79640BB5-D5B9-ADC5-2AC4-4AA874F18897}"/>
          </ac:picMkLst>
        </pc:picChg>
        <pc:picChg chg="add mod">
          <ac:chgData name="Mathew Scaria" userId="3974405e373567ab" providerId="LiveId" clId="{2DD90D6B-2F61-4982-A7A9-64CA15CE61DE}" dt="2026-05-12T09:12:26.848" v="740" actId="1076"/>
          <ac:picMkLst>
            <pc:docMk/>
            <pc:sldMk cId="3782647756" sldId="258"/>
            <ac:picMk id="8" creationId="{49C1C1E0-7E67-E50E-7B59-7FA09F9139E9}"/>
          </ac:picMkLst>
        </pc:picChg>
        <pc:picChg chg="add mod">
          <ac:chgData name="Mathew Scaria" userId="3974405e373567ab" providerId="LiveId" clId="{2DD90D6B-2F61-4982-A7A9-64CA15CE61DE}" dt="2026-05-12T09:12:47.631" v="748" actId="1076"/>
          <ac:picMkLst>
            <pc:docMk/>
            <pc:sldMk cId="3782647756" sldId="258"/>
            <ac:picMk id="12" creationId="{07F84D41-0128-4E91-DF7E-E684BCFC94B7}"/>
          </ac:picMkLst>
        </pc:picChg>
      </pc:sldChg>
      <pc:sldChg chg="addSp delSp modSp add mod setBg">
        <pc:chgData name="Mathew Scaria" userId="3974405e373567ab" providerId="LiveId" clId="{2DD90D6B-2F61-4982-A7A9-64CA15CE61DE}" dt="2026-05-12T08:56:07.555" v="699" actId="26606"/>
        <pc:sldMkLst>
          <pc:docMk/>
          <pc:sldMk cId="3834200546" sldId="259"/>
        </pc:sldMkLst>
        <pc:spChg chg="mod">
          <ac:chgData name="Mathew Scaria" userId="3974405e373567ab" providerId="LiveId" clId="{2DD90D6B-2F61-4982-A7A9-64CA15CE61DE}" dt="2026-05-11T14:08:21.315" v="541" actId="26606"/>
          <ac:spMkLst>
            <pc:docMk/>
            <pc:sldMk cId="3834200546" sldId="259"/>
            <ac:spMk id="2" creationId="{BE75DB38-488B-73F3-D26D-1A009508A715}"/>
          </ac:spMkLst>
        </pc:spChg>
        <pc:spChg chg="del mod">
          <ac:chgData name="Mathew Scaria" userId="3974405e373567ab" providerId="LiveId" clId="{2DD90D6B-2F61-4982-A7A9-64CA15CE61DE}" dt="2026-05-11T12:52:43.670" v="533" actId="478"/>
          <ac:spMkLst>
            <pc:docMk/>
            <pc:sldMk cId="3834200546" sldId="259"/>
            <ac:spMk id="3" creationId="{15A17663-BBEE-E4F5-39F7-48DF959D3ECE}"/>
          </ac:spMkLst>
        </pc:spChg>
        <pc:spChg chg="add del">
          <ac:chgData name="Mathew Scaria" userId="3974405e373567ab" providerId="LiveId" clId="{2DD90D6B-2F61-4982-A7A9-64CA15CE61DE}" dt="2026-05-11T14:08:21.298" v="540" actId="26606"/>
          <ac:spMkLst>
            <pc:docMk/>
            <pc:sldMk cId="3834200546" sldId="259"/>
            <ac:spMk id="13" creationId="{F0087D53-9295-4463-AAE4-D5C626046E9F}"/>
          </ac:spMkLst>
        </pc:spChg>
        <pc:spChg chg="add del">
          <ac:chgData name="Mathew Scaria" userId="3974405e373567ab" providerId="LiveId" clId="{2DD90D6B-2F61-4982-A7A9-64CA15CE61DE}" dt="2026-05-11T14:08:21.298" v="540" actId="26606"/>
          <ac:spMkLst>
            <pc:docMk/>
            <pc:sldMk cId="3834200546" sldId="259"/>
            <ac:spMk id="15" creationId="{D6A9C53F-5F90-40A5-8C85-5412D39C8C68}"/>
          </ac:spMkLst>
        </pc:spChg>
        <pc:spChg chg="add del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17" creationId="{15F33878-D502-4FFA-8ACE-F2AECDB2A23F}"/>
          </ac:spMkLst>
        </pc:spChg>
        <pc:spChg chg="add del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18" creationId="{2151139A-886F-4B97-8815-729AD3831BBD}"/>
          </ac:spMkLst>
        </pc:spChg>
        <pc:spChg chg="add del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19" creationId="{D3539FEE-81D3-4406-802E-60B20B16F4F6}"/>
          </ac:spMkLst>
        </pc:spChg>
        <pc:spChg chg="add del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20" creationId="{AB5E08C4-8CDD-4623-A5B8-E998C6DEE3B7}"/>
          </ac:spMkLst>
        </pc:spChg>
        <pc:spChg chg="add del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21" creationId="{DC701763-729E-462F-A5A8-E0DEFEB1E2E4}"/>
          </ac:spMkLst>
        </pc:spChg>
        <pc:spChg chg="add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26" creationId="{2151139A-886F-4B97-8815-729AD3831BBD}"/>
          </ac:spMkLst>
        </pc:spChg>
        <pc:spChg chg="add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28" creationId="{AB5E08C4-8CDD-4623-A5B8-E998C6DEE3B7}"/>
          </ac:spMkLst>
        </pc:spChg>
        <pc:spChg chg="add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30" creationId="{15F33878-D502-4FFA-8ACE-F2AECDB2A23F}"/>
          </ac:spMkLst>
        </pc:spChg>
        <pc:spChg chg="add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32" creationId="{D3539FEE-81D3-4406-802E-60B20B16F4F6}"/>
          </ac:spMkLst>
        </pc:spChg>
        <pc:spChg chg="add">
          <ac:chgData name="Mathew Scaria" userId="3974405e373567ab" providerId="LiveId" clId="{2DD90D6B-2F61-4982-A7A9-64CA15CE61DE}" dt="2026-05-12T08:56:07.555" v="699" actId="26606"/>
          <ac:spMkLst>
            <pc:docMk/>
            <pc:sldMk cId="3834200546" sldId="259"/>
            <ac:spMk id="34" creationId="{DC701763-729E-462F-A5A8-E0DEFEB1E2E4}"/>
          </ac:spMkLst>
        </pc:spChg>
        <pc:picChg chg="add mod">
          <ac:chgData name="Mathew Scaria" userId="3974405e373567ab" providerId="LiveId" clId="{2DD90D6B-2F61-4982-A7A9-64CA15CE61DE}" dt="2026-05-12T08:56:04.836" v="698" actId="931"/>
          <ac:picMkLst>
            <pc:docMk/>
            <pc:sldMk cId="3834200546" sldId="259"/>
            <ac:picMk id="4" creationId="{B0018D8A-B6DE-A8E5-BFFA-2841FEC916A5}"/>
          </ac:picMkLst>
        </pc:picChg>
        <pc:picChg chg="del">
          <ac:chgData name="Mathew Scaria" userId="3974405e373567ab" providerId="LiveId" clId="{2DD90D6B-2F61-4982-A7A9-64CA15CE61DE}" dt="2026-05-11T12:52:45.598" v="534" actId="478"/>
          <ac:picMkLst>
            <pc:docMk/>
            <pc:sldMk cId="3834200546" sldId="259"/>
            <ac:picMk id="5" creationId="{C7E6E961-97E0-B87F-E354-FB21BCDDE796}"/>
          </ac:picMkLst>
        </pc:picChg>
        <pc:picChg chg="add del mod ord">
          <ac:chgData name="Mathew Scaria" userId="3974405e373567ab" providerId="LiveId" clId="{2DD90D6B-2F61-4982-A7A9-64CA15CE61DE}" dt="2026-05-12T08:55:08.855" v="697" actId="478"/>
          <ac:picMkLst>
            <pc:docMk/>
            <pc:sldMk cId="3834200546" sldId="259"/>
            <ac:picMk id="6" creationId="{B57E2F11-47FF-9A0E-1243-92E81B72C466}"/>
          </ac:picMkLst>
        </pc:picChg>
        <pc:picChg chg="add mod">
          <ac:chgData name="Mathew Scaria" userId="3974405e373567ab" providerId="LiveId" clId="{2DD90D6B-2F61-4982-A7A9-64CA15CE61DE}" dt="2026-05-12T08:56:04.836" v="698" actId="931"/>
          <ac:picMkLst>
            <pc:docMk/>
            <pc:sldMk cId="3834200546" sldId="259"/>
            <ac:picMk id="7" creationId="{0E97F157-548C-F1B7-7EE2-0D3669303996}"/>
          </ac:picMkLst>
        </pc:picChg>
        <pc:picChg chg="add del mod">
          <ac:chgData name="Mathew Scaria" userId="3974405e373567ab" providerId="LiveId" clId="{2DD90D6B-2F61-4982-A7A9-64CA15CE61DE}" dt="2026-05-12T08:55:07.222" v="696" actId="478"/>
          <ac:picMkLst>
            <pc:docMk/>
            <pc:sldMk cId="3834200546" sldId="259"/>
            <ac:picMk id="8" creationId="{27BF0A68-95D7-643D-6084-214549D18034}"/>
          </ac:picMkLst>
        </pc:picChg>
      </pc:sldChg>
      <pc:sldChg chg="addSp delSp modSp add mod ord">
        <pc:chgData name="Mathew Scaria" userId="3974405e373567ab" providerId="LiveId" clId="{2DD90D6B-2F61-4982-A7A9-64CA15CE61DE}" dt="2026-05-12T10:36:23.533" v="839" actId="1076"/>
        <pc:sldMkLst>
          <pc:docMk/>
          <pc:sldMk cId="2584793608" sldId="260"/>
        </pc:sldMkLst>
        <pc:spChg chg="mod">
          <ac:chgData name="Mathew Scaria" userId="3974405e373567ab" providerId="LiveId" clId="{2DD90D6B-2F61-4982-A7A9-64CA15CE61DE}" dt="2026-05-11T14:08:49.315" v="552" actId="20577"/>
          <ac:spMkLst>
            <pc:docMk/>
            <pc:sldMk cId="2584793608" sldId="260"/>
            <ac:spMk id="2" creationId="{679DCA66-6BF2-99E5-687E-4AAD2DF651E6}"/>
          </ac:spMkLst>
        </pc:spChg>
        <pc:spChg chg="del">
          <ac:chgData name="Mathew Scaria" userId="3974405e373567ab" providerId="LiveId" clId="{2DD90D6B-2F61-4982-A7A9-64CA15CE61DE}" dt="2026-05-11T14:08:45.524" v="545" actId="478"/>
          <ac:spMkLst>
            <pc:docMk/>
            <pc:sldMk cId="2584793608" sldId="260"/>
            <ac:spMk id="3" creationId="{801F271E-DEBE-D5B7-A9DE-7F214B5BE560}"/>
          </ac:spMkLst>
        </pc:spChg>
        <pc:picChg chg="add mod">
          <ac:chgData name="Mathew Scaria" userId="3974405e373567ab" providerId="LiveId" clId="{2DD90D6B-2F61-4982-A7A9-64CA15CE61DE}" dt="2026-05-12T10:36:23.533" v="839" actId="1076"/>
          <ac:picMkLst>
            <pc:docMk/>
            <pc:sldMk cId="2584793608" sldId="260"/>
            <ac:picMk id="4" creationId="{889F8FA7-4039-DF79-D7AB-7B16A3CC7548}"/>
          </ac:picMkLst>
        </pc:picChg>
      </pc:sldChg>
      <pc:sldChg chg="addSp delSp modSp add mod setBg delDesignElem">
        <pc:chgData name="Mathew Scaria" userId="3974405e373567ab" providerId="LiveId" clId="{2DD90D6B-2F61-4982-A7A9-64CA15CE61DE}" dt="2026-05-12T09:33:20.893" v="773" actId="14100"/>
        <pc:sldMkLst>
          <pc:docMk/>
          <pc:sldMk cId="1978823791" sldId="261"/>
        </pc:sldMkLst>
        <pc:spChg chg="del">
          <ac:chgData name="Mathew Scaria" userId="3974405e373567ab" providerId="LiveId" clId="{2DD90D6B-2F61-4982-A7A9-64CA15CE61DE}" dt="2026-05-12T09:20:42.718" v="756"/>
          <ac:spMkLst>
            <pc:docMk/>
            <pc:sldMk cId="1978823791" sldId="261"/>
            <ac:spMk id="26" creationId="{F84C3A42-BC77-26EB-FA5F-2A0DBC9F02AF}"/>
          </ac:spMkLst>
        </pc:spChg>
        <pc:spChg chg="del">
          <ac:chgData name="Mathew Scaria" userId="3974405e373567ab" providerId="LiveId" clId="{2DD90D6B-2F61-4982-A7A9-64CA15CE61DE}" dt="2026-05-12T09:20:42.718" v="756"/>
          <ac:spMkLst>
            <pc:docMk/>
            <pc:sldMk cId="1978823791" sldId="261"/>
            <ac:spMk id="28" creationId="{F8860349-75C4-8FAD-5FF8-AE751FD48F71}"/>
          </ac:spMkLst>
        </pc:spChg>
        <pc:spChg chg="del">
          <ac:chgData name="Mathew Scaria" userId="3974405e373567ab" providerId="LiveId" clId="{2DD90D6B-2F61-4982-A7A9-64CA15CE61DE}" dt="2026-05-12T09:20:42.718" v="756"/>
          <ac:spMkLst>
            <pc:docMk/>
            <pc:sldMk cId="1978823791" sldId="261"/>
            <ac:spMk id="30" creationId="{5F944EEB-9C49-652E-4A9D-D2277E36C8CB}"/>
          </ac:spMkLst>
        </pc:spChg>
        <pc:spChg chg="del">
          <ac:chgData name="Mathew Scaria" userId="3974405e373567ab" providerId="LiveId" clId="{2DD90D6B-2F61-4982-A7A9-64CA15CE61DE}" dt="2026-05-12T09:20:42.718" v="756"/>
          <ac:spMkLst>
            <pc:docMk/>
            <pc:sldMk cId="1978823791" sldId="261"/>
            <ac:spMk id="32" creationId="{033D739E-3541-A572-0535-418D1362E467}"/>
          </ac:spMkLst>
        </pc:spChg>
        <pc:spChg chg="del">
          <ac:chgData name="Mathew Scaria" userId="3974405e373567ab" providerId="LiveId" clId="{2DD90D6B-2F61-4982-A7A9-64CA15CE61DE}" dt="2026-05-12T09:20:42.718" v="756"/>
          <ac:spMkLst>
            <pc:docMk/>
            <pc:sldMk cId="1978823791" sldId="261"/>
            <ac:spMk id="34" creationId="{7F59BD1C-B847-10EE-A4AF-C108B5C24B49}"/>
          </ac:spMkLst>
        </pc:spChg>
        <pc:picChg chg="mod">
          <ac:chgData name="Mathew Scaria" userId="3974405e373567ab" providerId="LiveId" clId="{2DD90D6B-2F61-4982-A7A9-64CA15CE61DE}" dt="2026-05-12T09:29:36.921" v="766" actId="1076"/>
          <ac:picMkLst>
            <pc:docMk/>
            <pc:sldMk cId="1978823791" sldId="261"/>
            <ac:picMk id="4" creationId="{09884374-A222-D04E-EE99-43CF9877F22B}"/>
          </ac:picMkLst>
        </pc:picChg>
        <pc:picChg chg="add mod">
          <ac:chgData name="Mathew Scaria" userId="3974405e373567ab" providerId="LiveId" clId="{2DD90D6B-2F61-4982-A7A9-64CA15CE61DE}" dt="2026-05-12T09:29:56.313" v="770" actId="14100"/>
          <ac:picMkLst>
            <pc:docMk/>
            <pc:sldMk cId="1978823791" sldId="261"/>
            <ac:picMk id="5" creationId="{C27B7B12-1A2F-23FF-5072-D0B062433574}"/>
          </ac:picMkLst>
        </pc:picChg>
        <pc:picChg chg="mod">
          <ac:chgData name="Mathew Scaria" userId="3974405e373567ab" providerId="LiveId" clId="{2DD90D6B-2F61-4982-A7A9-64CA15CE61DE}" dt="2026-05-12T09:29:39.790" v="767" actId="1076"/>
          <ac:picMkLst>
            <pc:docMk/>
            <pc:sldMk cId="1978823791" sldId="261"/>
            <ac:picMk id="7" creationId="{DC89EEB7-5692-EFBF-5FD1-7357A9E5CAD9}"/>
          </ac:picMkLst>
        </pc:picChg>
        <pc:picChg chg="add mod">
          <ac:chgData name="Mathew Scaria" userId="3974405e373567ab" providerId="LiveId" clId="{2DD90D6B-2F61-4982-A7A9-64CA15CE61DE}" dt="2026-05-12T09:33:20.893" v="773" actId="14100"/>
          <ac:picMkLst>
            <pc:docMk/>
            <pc:sldMk cId="1978823791" sldId="261"/>
            <ac:picMk id="8" creationId="{4111B534-E254-90E2-81A4-B5D259190848}"/>
          </ac:picMkLst>
        </pc:picChg>
      </pc:sldChg>
      <pc:sldChg chg="addSp delSp modSp add mod">
        <pc:chgData name="Mathew Scaria" userId="3974405e373567ab" providerId="LiveId" clId="{2DD90D6B-2F61-4982-A7A9-64CA15CE61DE}" dt="2026-05-12T10:13:54.211" v="804" actId="1076"/>
        <pc:sldMkLst>
          <pc:docMk/>
          <pc:sldMk cId="2786174565" sldId="262"/>
        </pc:sldMkLst>
        <pc:spChg chg="del">
          <ac:chgData name="Mathew Scaria" userId="3974405e373567ab" providerId="LiveId" clId="{2DD90D6B-2F61-4982-A7A9-64CA15CE61DE}" dt="2026-05-12T10:04:15.772" v="797" actId="478"/>
          <ac:spMkLst>
            <pc:docMk/>
            <pc:sldMk cId="2786174565" sldId="262"/>
            <ac:spMk id="2" creationId="{97CACD35-41A9-3447-14DA-7BD49C438A68}"/>
          </ac:spMkLst>
        </pc:spChg>
        <pc:spChg chg="del">
          <ac:chgData name="Mathew Scaria" userId="3974405e373567ab" providerId="LiveId" clId="{2DD90D6B-2F61-4982-A7A9-64CA15CE61DE}" dt="2026-05-12T10:04:06.400" v="794" actId="478"/>
          <ac:spMkLst>
            <pc:docMk/>
            <pc:sldMk cId="2786174565" sldId="262"/>
            <ac:spMk id="3" creationId="{0F40D0D2-3C59-96D9-08D5-56C747DA33D9}"/>
          </ac:spMkLst>
        </pc:spChg>
        <pc:spChg chg="add del mod">
          <ac:chgData name="Mathew Scaria" userId="3974405e373567ab" providerId="LiveId" clId="{2DD90D6B-2F61-4982-A7A9-64CA15CE61DE}" dt="2026-05-12T10:04:21.750" v="798" actId="478"/>
          <ac:spMkLst>
            <pc:docMk/>
            <pc:sldMk cId="2786174565" sldId="262"/>
            <ac:spMk id="5" creationId="{D6958EF7-3E5C-5E66-E8E6-91E2891958FE}"/>
          </ac:spMkLst>
        </pc:spChg>
        <pc:picChg chg="add mod">
          <ac:chgData name="Mathew Scaria" userId="3974405e373567ab" providerId="LiveId" clId="{2DD90D6B-2F61-4982-A7A9-64CA15CE61DE}" dt="2026-05-12T10:13:54.211" v="804" actId="1076"/>
          <ac:picMkLst>
            <pc:docMk/>
            <pc:sldMk cId="2786174565" sldId="262"/>
            <ac:picMk id="7" creationId="{C5386D65-95D1-50E3-BA41-45A20A609B67}"/>
          </ac:picMkLst>
        </pc:picChg>
        <pc:picChg chg="del">
          <ac:chgData name="Mathew Scaria" userId="3974405e373567ab" providerId="LiveId" clId="{2DD90D6B-2F61-4982-A7A9-64CA15CE61DE}" dt="2026-05-12T10:04:08.376" v="795" actId="478"/>
          <ac:picMkLst>
            <pc:docMk/>
            <pc:sldMk cId="2786174565" sldId="262"/>
            <ac:picMk id="8" creationId="{94BCDB74-3EC7-292E-25AD-9A290DCFCD89}"/>
          </ac:picMkLst>
        </pc:picChg>
        <pc:picChg chg="del">
          <ac:chgData name="Mathew Scaria" userId="3974405e373567ab" providerId="LiveId" clId="{2DD90D6B-2F61-4982-A7A9-64CA15CE61DE}" dt="2026-05-12T10:04:09.892" v="796" actId="478"/>
          <ac:picMkLst>
            <pc:docMk/>
            <pc:sldMk cId="2786174565" sldId="262"/>
            <ac:picMk id="12" creationId="{F28725D8-66DC-3A69-7DFF-6EEFBC989FD4}"/>
          </ac:picMkLst>
        </pc:picChg>
      </pc:sldChg>
      <pc:sldChg chg="addSp delSp modSp add mod">
        <pc:chgData name="Mathew Scaria" userId="3974405e373567ab" providerId="LiveId" clId="{2DD90D6B-2F61-4982-A7A9-64CA15CE61DE}" dt="2026-05-12T10:16:09.297" v="812" actId="1076"/>
        <pc:sldMkLst>
          <pc:docMk/>
          <pc:sldMk cId="1629346611" sldId="263"/>
        </pc:sldMkLst>
        <pc:picChg chg="add mod">
          <ac:chgData name="Mathew Scaria" userId="3974405e373567ab" providerId="LiveId" clId="{2DD90D6B-2F61-4982-A7A9-64CA15CE61DE}" dt="2026-05-12T10:16:09.297" v="812" actId="1076"/>
          <ac:picMkLst>
            <pc:docMk/>
            <pc:sldMk cId="1629346611" sldId="263"/>
            <ac:picMk id="3" creationId="{15D04751-230A-CF97-A233-D2E7B937977B}"/>
          </ac:picMkLst>
        </pc:picChg>
        <pc:picChg chg="del">
          <ac:chgData name="Mathew Scaria" userId="3974405e373567ab" providerId="LiveId" clId="{2DD90D6B-2F61-4982-A7A9-64CA15CE61DE}" dt="2026-05-12T10:15:25.573" v="806" actId="478"/>
          <ac:picMkLst>
            <pc:docMk/>
            <pc:sldMk cId="1629346611" sldId="263"/>
            <ac:picMk id="7" creationId="{99DB04A4-3BBC-2A08-483F-AF1800A32EC6}"/>
          </ac:picMkLst>
        </pc:picChg>
      </pc:sldChg>
      <pc:sldChg chg="addSp delSp modSp add mod">
        <pc:chgData name="Mathew Scaria" userId="3974405e373567ab" providerId="LiveId" clId="{2DD90D6B-2F61-4982-A7A9-64CA15CE61DE}" dt="2026-05-12T10:25:28.020" v="823" actId="1076"/>
        <pc:sldMkLst>
          <pc:docMk/>
          <pc:sldMk cId="306443379" sldId="264"/>
        </pc:sldMkLst>
        <pc:picChg chg="del">
          <ac:chgData name="Mathew Scaria" userId="3974405e373567ab" providerId="LiveId" clId="{2DD90D6B-2F61-4982-A7A9-64CA15CE61DE}" dt="2026-05-12T10:19:51.683" v="814" actId="478"/>
          <ac:picMkLst>
            <pc:docMk/>
            <pc:sldMk cId="306443379" sldId="264"/>
            <ac:picMk id="3" creationId="{F2EE205B-7019-757F-78D9-D0C23B49C54C}"/>
          </ac:picMkLst>
        </pc:picChg>
        <pc:picChg chg="add del mod">
          <ac:chgData name="Mathew Scaria" userId="3974405e373567ab" providerId="LiveId" clId="{2DD90D6B-2F61-4982-A7A9-64CA15CE61DE}" dt="2026-05-12T10:25:10.931" v="819" actId="478"/>
          <ac:picMkLst>
            <pc:docMk/>
            <pc:sldMk cId="306443379" sldId="264"/>
            <ac:picMk id="4" creationId="{C6A1B9CC-5E52-2509-44DE-43109AFB5D7D}"/>
          </ac:picMkLst>
        </pc:picChg>
        <pc:picChg chg="add mod">
          <ac:chgData name="Mathew Scaria" userId="3974405e373567ab" providerId="LiveId" clId="{2DD90D6B-2F61-4982-A7A9-64CA15CE61DE}" dt="2026-05-12T10:25:28.020" v="823" actId="1076"/>
          <ac:picMkLst>
            <pc:docMk/>
            <pc:sldMk cId="306443379" sldId="264"/>
            <ac:picMk id="6" creationId="{78FD8723-8AFB-BA0C-FC26-76D066F26F87}"/>
          </ac:picMkLst>
        </pc:picChg>
      </pc:sldChg>
      <pc:sldChg chg="addSp delSp modSp add mod">
        <pc:chgData name="Mathew Scaria" userId="3974405e373567ab" providerId="LiveId" clId="{2DD90D6B-2F61-4982-A7A9-64CA15CE61DE}" dt="2026-05-12T10:28:38.203" v="835" actId="1076"/>
        <pc:sldMkLst>
          <pc:docMk/>
          <pc:sldMk cId="458643595" sldId="265"/>
        </pc:sldMkLst>
        <pc:picChg chg="add mod">
          <ac:chgData name="Mathew Scaria" userId="3974405e373567ab" providerId="LiveId" clId="{2DD90D6B-2F61-4982-A7A9-64CA15CE61DE}" dt="2026-05-12T10:27:51.088" v="829" actId="1076"/>
          <ac:picMkLst>
            <pc:docMk/>
            <pc:sldMk cId="458643595" sldId="265"/>
            <ac:picMk id="3" creationId="{81D147DD-B0F0-53B5-F086-BC0AB68D7E2D}"/>
          </ac:picMkLst>
        </pc:picChg>
        <pc:picChg chg="add mod">
          <ac:chgData name="Mathew Scaria" userId="3974405e373567ab" providerId="LiveId" clId="{2DD90D6B-2F61-4982-A7A9-64CA15CE61DE}" dt="2026-05-12T10:28:38.203" v="835" actId="1076"/>
          <ac:picMkLst>
            <pc:docMk/>
            <pc:sldMk cId="458643595" sldId="265"/>
            <ac:picMk id="5" creationId="{92628A3A-4152-5254-973B-26AC7464DCC0}"/>
          </ac:picMkLst>
        </pc:picChg>
        <pc:picChg chg="del">
          <ac:chgData name="Mathew Scaria" userId="3974405e373567ab" providerId="LiveId" clId="{2DD90D6B-2F61-4982-A7A9-64CA15CE61DE}" dt="2026-05-12T10:26:50.440" v="825" actId="478"/>
          <ac:picMkLst>
            <pc:docMk/>
            <pc:sldMk cId="458643595" sldId="265"/>
            <ac:picMk id="6" creationId="{1968020A-6A21-2342-BA84-D4E6F04B74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71C5-7B71-2062-D95C-266718817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B96F7-FB42-8DD5-9AB7-7FAAC2B29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22859-B77A-93BE-905A-A425A637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49AF8-49C2-4871-2C9E-FBFCDB56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E5A80-DAA7-45B4-E09C-D0AC8704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6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205E-A50F-A29F-83D2-F581FD5F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73EB-9C77-2CB8-CB6C-8F763A2F1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F44C-215B-2599-B49F-20DB3E22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4E2A7-AC32-1CCE-B60D-110D07BF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09BA3-C07B-06BD-B3FA-D12EEEB0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6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EDB6-4438-C0E3-7645-9013603D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E192A-F65C-2109-1B6E-4E01DB7AB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68BB8-CEF6-256D-D4D3-529FB7B8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DF2AD-F9AB-5F5E-4C7F-2DB78B77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9D827-D990-86DB-3EAF-7E87753D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0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3BDA-0627-0987-AE97-3FF2F99E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4BB34-5BEA-0909-A67F-BDC88BD18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86297-1278-1372-5C32-BC880BCA7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282C9-7E5B-4537-54B2-4EC94A1A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9E429-04F0-D274-618C-DBEE668A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666B8-CE80-1C58-021C-3869E63B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1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C682-A539-9FB0-EE02-0B1D85AC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DD660-28C5-C8E9-7784-71B196E37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D9DDCA-5AF2-35AF-FFD4-129B21E42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B6493-4A07-E76A-C896-CA8BB3DC6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F9C2F4-B3C9-3FE5-9DB2-A3AC5E831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76102-8345-B550-D587-EDE50074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2C21F4-6CA8-2BB9-7B0F-C89A6DD4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587CF-FC31-0EE3-E1AC-E57FAFBC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1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37F1-6DAD-4C3C-1FA3-7EFCF87D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FD1D7-8791-E9B9-C866-FBABE235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DDDB0-808B-2F2C-E17A-AEA3C4046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C0F9F-4152-EE53-BDD8-4DF56554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0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F6847D-CD78-E897-030A-2CC8230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906F5-5569-32CB-35B6-729666FD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8279F-D5EE-2152-BBF1-CCF499F0B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ED3E-B5C4-71DD-2335-87A1DA83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8BDA-1C86-9911-4114-816C7CC1C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DA3DB-8AB2-7E50-9B1A-92691C512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A237C-56F2-70E6-9F2F-AE18747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1BB21-83B9-B277-2CDF-5914BD7D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FE29-E6B9-0D32-BD51-61E00388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6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3F6-CF5E-9917-2654-D1811FF7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F654F-C1FF-BF3A-B379-6C428D9FE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7FF58-B0AA-0B73-2D85-0800930AC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0988C-F3ED-AFA1-F965-DF2336794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4674D-BA29-1D22-A858-659C2B7E4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CAEF5-388E-9241-9B8E-0EA2BFA7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87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267D-E6F8-2E29-73E5-413F35F4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A96ED-FC8E-45F5-99BE-D164C0775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BD7B-926E-6BF5-8DCB-67243750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1AEB-CA8E-A817-026E-5956B958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8E1B-C4CF-1589-CA5F-09AA747A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8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D8961-9A80-7471-C632-7858B81A7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35C4B-DA62-D7AA-713F-0355CA750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25A54-3C82-A3D7-DD14-0132B547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9F84-5E5A-823A-47FD-D1DC9693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DEF91-F6E1-F122-2C47-C5867B5A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1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4BE1F-0280-E168-361B-056A2B41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8219-4FC0-1CC6-FE47-DDB0BCAFA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437D-3578-CD6B-AFF6-24DDAAEDE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FE864-9043-4F46-A474-21228CF5E08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A55F-5B98-DEED-4AF6-3AEBA02E3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EF7B8-1C67-0E45-9429-1A1D8CD02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581A8-8C9E-4A83-ADCC-0EBD371FC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ensus.gov/" TargetMode="External"/><Relationship Id="rId2" Type="http://schemas.openxmlformats.org/officeDocument/2006/relationships/hyperlink" Target="https://www.huduser.gov/portal/dataset/fmr-api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6684-A487-A0F6-19DF-168314AA77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Vacancy Rates Affect Fair Market Rent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622B5-C49D-FF32-CC71-4108246071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Mathew Scaria</a:t>
            </a:r>
          </a:p>
        </p:txBody>
      </p:sp>
    </p:spTree>
    <p:extLst>
      <p:ext uri="{BB962C8B-B14F-4D97-AF65-F5344CB8AC3E}">
        <p14:creationId xmlns:p14="http://schemas.microsoft.com/office/powerpoint/2010/main" val="298752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9751E-C0FC-5E6E-2304-52761044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B1765-415D-8A50-0123-6B10E598B749}"/>
              </a:ext>
            </a:extLst>
          </p:cNvPr>
          <p:cNvSpPr txBox="1"/>
          <p:nvPr/>
        </p:nvSpPr>
        <p:spPr>
          <a:xfrm>
            <a:off x="838200" y="1690687"/>
            <a:ext cx="10439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 Question:</a:t>
            </a:r>
            <a:r>
              <a:rPr lang="en-US" dirty="0"/>
              <a:t> How do Vacancy Rates Affect Fair Market Rent?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Hypothesis: </a:t>
            </a:r>
            <a:r>
              <a:rPr lang="en-US" dirty="0"/>
              <a:t>Low vacancy rate leads to higher rent and high vacancy rate leads to low rent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Dependent Variable:</a:t>
            </a:r>
            <a:r>
              <a:rPr lang="en-US" dirty="0"/>
              <a:t> fmr_2bed (Fair Market Rent for a 2-bedroom unit)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Independent Variable:</a:t>
            </a:r>
            <a:r>
              <a:rPr lang="en-US" dirty="0"/>
              <a:t> vacancy_rate (The percent of all housing units in a county that are vacant)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Controls:</a:t>
            </a:r>
            <a:br>
              <a:rPr lang="en-US" dirty="0"/>
            </a:br>
            <a:r>
              <a:rPr lang="en-US" dirty="0" err="1"/>
              <a:t>total_housing_units</a:t>
            </a:r>
            <a:r>
              <a:rPr lang="en-US" dirty="0"/>
              <a:t> (Total number of housing units in a county, including apartments, houses, and all other unit types)</a:t>
            </a:r>
            <a:br>
              <a:rPr lang="en-US" dirty="0"/>
            </a:br>
            <a:r>
              <a:rPr lang="en-US" dirty="0" err="1"/>
              <a:t>median_income</a:t>
            </a:r>
            <a:r>
              <a:rPr lang="en-US" dirty="0"/>
              <a:t> (Median household income in dollars)</a:t>
            </a:r>
            <a:br>
              <a:rPr lang="en-US" dirty="0"/>
            </a:br>
            <a:r>
              <a:rPr lang="en-US" dirty="0" err="1"/>
              <a:t>households_with_children</a:t>
            </a:r>
            <a:r>
              <a:rPr lang="en-US" dirty="0"/>
              <a:t> (The number of families with children under 18)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385A5-044D-9747-7FF8-1819C7CE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715352"/>
            <a:ext cx="10108812" cy="94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6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F23E-16AC-2913-6543-BEC1B6D3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F006-B50D-2B02-A0EB-288F977A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&amp; Data Collection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528D7-F7D4-2BD2-8811-E813BCAB9628}"/>
              </a:ext>
            </a:extLst>
          </p:cNvPr>
          <p:cNvSpPr txBox="1"/>
          <p:nvPr/>
        </p:nvSpPr>
        <p:spPr>
          <a:xfrm>
            <a:off x="838200" y="1450056"/>
            <a:ext cx="104394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nb-NO" sz="1500" dirty="0"/>
              <a:t>HUD Fair Market Rent API (huduser.gov)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nb-NO" sz="1500" dirty="0"/>
              <a:t>HUD API Documentation Location: </a:t>
            </a:r>
            <a:r>
              <a:rPr lang="en-US" sz="1500" dirty="0"/>
              <a:t>huduser.gov → Datasets → Fair Market Rents → API Documentation</a:t>
            </a:r>
            <a:endParaRPr lang="nb-NO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The </a:t>
            </a:r>
            <a:r>
              <a:rPr lang="en-US" sz="1500" dirty="0">
                <a:hlinkClick r:id="rId2"/>
              </a:rPr>
              <a:t>API documentation </a:t>
            </a:r>
            <a:r>
              <a:rPr lang="en-US" sz="1500" dirty="0"/>
              <a:t>was straightforward to navigate, it clearly listed the available endpoints and what data each one returned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Before writing the full loop, I made a single API call for one state to explore the JSON response and understand the structure of the data, so I could identify which variables I needed.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To get the list of states, I used the </a:t>
            </a:r>
            <a:r>
              <a:rPr lang="en-US" sz="1500" dirty="0" err="1"/>
              <a:t>fmr</a:t>
            </a:r>
            <a:r>
              <a:rPr lang="en-US" sz="1500" dirty="0"/>
              <a:t>/</a:t>
            </a:r>
            <a:r>
              <a:rPr lang="en-US" sz="1500" dirty="0" err="1"/>
              <a:t>listStates</a:t>
            </a:r>
            <a:r>
              <a:rPr lang="en-US" sz="1500" dirty="0"/>
              <a:t> endpoint to retrieve all state codes rather than hardcoding them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/>
              <a:t>I then looped through each state code, queried the </a:t>
            </a:r>
            <a:r>
              <a:rPr lang="en-US" sz="1500" dirty="0" err="1"/>
              <a:t>fmr</a:t>
            </a:r>
            <a:r>
              <a:rPr lang="en-US" sz="1500" dirty="0"/>
              <a:t>/</a:t>
            </a:r>
            <a:r>
              <a:rPr lang="en-US" sz="1500" dirty="0" err="1"/>
              <a:t>statedata</a:t>
            </a:r>
            <a:r>
              <a:rPr lang="en-US" sz="1500" dirty="0"/>
              <a:t>/{state} endpoint for 2023 data, and aggregated the results into a single </a:t>
            </a:r>
            <a:r>
              <a:rPr lang="en-US" sz="1500" dirty="0" err="1"/>
              <a:t>dataframe</a:t>
            </a:r>
            <a:r>
              <a:rPr lang="en-US" sz="1500" dirty="0"/>
              <a:t> containing county-level Fair Market Rent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dirty="0"/>
          </a:p>
          <a:p>
            <a:endParaRPr lang="nb-NO" sz="15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nb-NO" sz="1500" dirty="0"/>
              <a:t>Other variables were obtained through the </a:t>
            </a:r>
            <a:r>
              <a:rPr lang="nb-NO" sz="1500" dirty="0">
                <a:hlinkClick r:id="rId3"/>
              </a:rPr>
              <a:t>Census Bureau database </a:t>
            </a:r>
            <a:r>
              <a:rPr lang="nb-NO" sz="1500" dirty="0"/>
              <a:t>through CSV files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C1C1E0-7E67-E50E-7B59-7FA09F913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383" y="3108232"/>
            <a:ext cx="3086050" cy="9268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F84D41-0128-4E91-DF7E-E684BCFC9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422" y="4551085"/>
            <a:ext cx="5085936" cy="113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4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DBD32-7D83-13EC-7D62-7D729DCC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386D65-95D1-50E3-BA41-45A20A609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03" y="298382"/>
            <a:ext cx="9705769" cy="459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7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6398-428C-7B05-F3BB-31F2B8D2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D04751-230A-CF97-A233-D2E7B9379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008" y="249291"/>
            <a:ext cx="8746549" cy="607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4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8810-2967-807F-44D7-47DD749B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FD8723-8AFB-BA0C-FC26-76D066F26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26" y="666018"/>
            <a:ext cx="11303547" cy="5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8C68-A114-28B9-130E-ECA0C063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147DD-B0F0-53B5-F086-BC0AB68D7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27" y="194383"/>
            <a:ext cx="7838464" cy="3801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28A3A-4152-5254-973B-26AC7464D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461" y="4657997"/>
            <a:ext cx="10347078" cy="70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4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AB4C0-A279-4ADA-A7EE-E3761EF7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5DB38-488B-73F3-D26D-1A009508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97F157-548C-F1B7-7EE2-0D3669303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602436"/>
            <a:ext cx="5131088" cy="31556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018D8A-B6DE-A8E5-BFFA-2841FEC91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350298"/>
            <a:ext cx="5131087" cy="373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0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EF7B-83C7-B71C-509C-AD3B4647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993E-39D1-CE04-9D42-1F9DE86B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9EEB7-5692-EFBF-5FD1-7357A9E5C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54091"/>
            <a:ext cx="4031616" cy="24794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84374-A222-D04E-EE99-43CF9877F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92" y="147050"/>
            <a:ext cx="3503727" cy="2548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7B7B12-1A2F-23FF-5072-D0B0624335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026" y="238434"/>
            <a:ext cx="8049046" cy="2687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11B534-E254-90E2-81A4-B5D259190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949" y="4405359"/>
            <a:ext cx="7910390" cy="15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2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1BE3A-BB6E-9ED9-6305-7198B676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CA66-6BF2-99E5-687E-4AAD2DF6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F8FA7-4039-DF79-D7AB-7B16A3CC7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388" y="1442029"/>
            <a:ext cx="6415223" cy="487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9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1938</TotalTime>
  <Words>295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How Vacancy Rates Affect Fair Market Rent</vt:lpstr>
      <vt:lpstr>Intro</vt:lpstr>
      <vt:lpstr>API &amp; Data Collection Process</vt:lpstr>
      <vt:lpstr>PowerPoint Presentation</vt:lpstr>
      <vt:lpstr>PowerPoint Presentation</vt:lpstr>
      <vt:lpstr>PowerPoint Presentation</vt:lpstr>
      <vt:lpstr>PowerPoint Presentation</vt:lpstr>
      <vt:lpstr>Graphs</vt:lpstr>
      <vt:lpstr>Graphs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Mathew Scaria</dc:creator>
  <cp:lastModifiedBy>Mathew Scaria</cp:lastModifiedBy>
  <cp:revision>1</cp:revision>
  <dcterms:created xsi:type="dcterms:W3CDTF">2026-05-08T20:44:56Z</dcterms:created>
  <dcterms:modified xsi:type="dcterms:W3CDTF">2026-05-12T10:36:24Z</dcterms:modified>
</cp:coreProperties>
</file>