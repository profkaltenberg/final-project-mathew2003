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  <p:sldId id="259" r:id="rId9"/>
    <p:sldId id="261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A0725-E3B2-44C2-9B37-1E4913143E3B}" v="41" dt="2026-05-12T15:09:32.0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w Scaria" userId="3974405e373567ab" providerId="LiveId" clId="{2DD90D6B-2F61-4982-A7A9-64CA15CE61DE}"/>
    <pc:docChg chg="undo custSel addSld delSld modSld sldOrd">
      <pc:chgData name="Mathew Scaria" userId="3974405e373567ab" providerId="LiveId" clId="{2DD90D6B-2F61-4982-A7A9-64CA15CE61DE}" dt="2026-05-14T00:19:10.722" v="891" actId="1076"/>
      <pc:docMkLst>
        <pc:docMk/>
      </pc:docMkLst>
      <pc:sldChg chg="modSp new mod">
        <pc:chgData name="Mathew Scaria" userId="3974405e373567ab" providerId="LiveId" clId="{2DD90D6B-2F61-4982-A7A9-64CA15CE61DE}" dt="2026-05-08T20:45:26.305" v="66" actId="20577"/>
        <pc:sldMkLst>
          <pc:docMk/>
          <pc:sldMk cId="2987522229" sldId="256"/>
        </pc:sldMkLst>
        <pc:spChg chg="mod">
          <ac:chgData name="Mathew Scaria" userId="3974405e373567ab" providerId="LiveId" clId="{2DD90D6B-2F61-4982-A7A9-64CA15CE61DE}" dt="2026-05-08T20:45:18.969" v="49" actId="313"/>
          <ac:spMkLst>
            <pc:docMk/>
            <pc:sldMk cId="2987522229" sldId="256"/>
            <ac:spMk id="2" creationId="{15DA6684-A487-A0F6-19DF-168314AA77B5}"/>
          </ac:spMkLst>
        </pc:spChg>
        <pc:spChg chg="mod">
          <ac:chgData name="Mathew Scaria" userId="3974405e373567ab" providerId="LiveId" clId="{2DD90D6B-2F61-4982-A7A9-64CA15CE61DE}" dt="2026-05-08T20:45:26.305" v="66" actId="20577"/>
          <ac:spMkLst>
            <pc:docMk/>
            <pc:sldMk cId="2987522229" sldId="256"/>
            <ac:spMk id="3" creationId="{1E7622B5-C49D-FF32-CC71-410824607161}"/>
          </ac:spMkLst>
        </pc:spChg>
      </pc:sldChg>
      <pc:sldChg chg="addSp modSp new mod">
        <pc:chgData name="Mathew Scaria" userId="3974405e373567ab" providerId="LiveId" clId="{2DD90D6B-2F61-4982-A7A9-64CA15CE61DE}" dt="2026-05-12T10:01:50.866" v="792" actId="1076"/>
        <pc:sldMkLst>
          <pc:docMk/>
          <pc:sldMk cId="696866887" sldId="257"/>
        </pc:sldMkLst>
        <pc:spChg chg="mod">
          <ac:chgData name="Mathew Scaria" userId="3974405e373567ab" providerId="LiveId" clId="{2DD90D6B-2F61-4982-A7A9-64CA15CE61DE}" dt="2026-05-10T22:29:58.261" v="72" actId="20577"/>
          <ac:spMkLst>
            <pc:docMk/>
            <pc:sldMk cId="696866887" sldId="257"/>
            <ac:spMk id="2" creationId="{8029751E-C0FC-5E6E-2304-5276104486F3}"/>
          </ac:spMkLst>
        </pc:spChg>
        <pc:spChg chg="add mod">
          <ac:chgData name="Mathew Scaria" userId="3974405e373567ab" providerId="LiveId" clId="{2DD90D6B-2F61-4982-A7A9-64CA15CE61DE}" dt="2026-05-12T10:01:47.640" v="791" actId="20577"/>
          <ac:spMkLst>
            <pc:docMk/>
            <pc:sldMk cId="696866887" sldId="257"/>
            <ac:spMk id="3" creationId="{9FDB1765-415D-8A50-0123-6B10E598B749}"/>
          </ac:spMkLst>
        </pc:spChg>
        <pc:picChg chg="add mod">
          <ac:chgData name="Mathew Scaria" userId="3974405e373567ab" providerId="LiveId" clId="{2DD90D6B-2F61-4982-A7A9-64CA15CE61DE}" dt="2026-05-12T10:01:50.866" v="792" actId="1076"/>
          <ac:picMkLst>
            <pc:docMk/>
            <pc:sldMk cId="696866887" sldId="257"/>
            <ac:picMk id="5" creationId="{E7A385A5-044D-9747-7FF8-1819C7CE0755}"/>
          </ac:picMkLst>
        </pc:picChg>
      </pc:sldChg>
      <pc:sldChg chg="addSp delSp modSp add mod">
        <pc:chgData name="Mathew Scaria" userId="3974405e373567ab" providerId="LiveId" clId="{2DD90D6B-2F61-4982-A7A9-64CA15CE61DE}" dt="2026-05-12T09:18:26.059" v="754" actId="20577"/>
        <pc:sldMkLst>
          <pc:docMk/>
          <pc:sldMk cId="3782647756" sldId="258"/>
        </pc:sldMkLst>
        <pc:spChg chg="mod">
          <ac:chgData name="Mathew Scaria" userId="3974405e373567ab" providerId="LiveId" clId="{2DD90D6B-2F61-4982-A7A9-64CA15CE61DE}" dt="2026-05-10T22:36:04.320" v="133" actId="20577"/>
          <ac:spMkLst>
            <pc:docMk/>
            <pc:sldMk cId="3782647756" sldId="258"/>
            <ac:spMk id="2" creationId="{87B8F006-B50D-2B02-A0EB-288F977AD3DF}"/>
          </ac:spMkLst>
        </pc:spChg>
        <pc:spChg chg="mod">
          <ac:chgData name="Mathew Scaria" userId="3974405e373567ab" providerId="LiveId" clId="{2DD90D6B-2F61-4982-A7A9-64CA15CE61DE}" dt="2026-05-12T09:18:26.059" v="754" actId="20577"/>
          <ac:spMkLst>
            <pc:docMk/>
            <pc:sldMk cId="3782647756" sldId="258"/>
            <ac:spMk id="3" creationId="{5FC528D7-F7D4-2BD2-8811-E813BCAB9628}"/>
          </ac:spMkLst>
        </pc:spChg>
        <pc:picChg chg="add mod">
          <ac:chgData name="Mathew Scaria" userId="3974405e373567ab" providerId="LiveId" clId="{2DD90D6B-2F61-4982-A7A9-64CA15CE61DE}" dt="2026-05-12T09:12:26.848" v="740" actId="1076"/>
          <ac:picMkLst>
            <pc:docMk/>
            <pc:sldMk cId="3782647756" sldId="258"/>
            <ac:picMk id="8" creationId="{49C1C1E0-7E67-E50E-7B59-7FA09F9139E9}"/>
          </ac:picMkLst>
        </pc:picChg>
        <pc:picChg chg="add mod">
          <ac:chgData name="Mathew Scaria" userId="3974405e373567ab" providerId="LiveId" clId="{2DD90D6B-2F61-4982-A7A9-64CA15CE61DE}" dt="2026-05-12T09:12:47.631" v="748" actId="1076"/>
          <ac:picMkLst>
            <pc:docMk/>
            <pc:sldMk cId="3782647756" sldId="258"/>
            <ac:picMk id="12" creationId="{07F84D41-0128-4E91-DF7E-E684BCFC94B7}"/>
          </ac:picMkLst>
        </pc:picChg>
      </pc:sldChg>
      <pc:sldChg chg="addSp delSp modSp add mod setBg">
        <pc:chgData name="Mathew Scaria" userId="3974405e373567ab" providerId="LiveId" clId="{2DD90D6B-2F61-4982-A7A9-64CA15CE61DE}" dt="2026-05-13T23:42:09.622" v="872" actId="1076"/>
        <pc:sldMkLst>
          <pc:docMk/>
          <pc:sldMk cId="3834200546" sldId="259"/>
        </pc:sldMkLst>
        <pc:spChg chg="mod">
          <ac:chgData name="Mathew Scaria" userId="3974405e373567ab" providerId="LiveId" clId="{2DD90D6B-2F61-4982-A7A9-64CA15CE61DE}" dt="2026-05-11T14:08:21.315" v="541" actId="26606"/>
          <ac:spMkLst>
            <pc:docMk/>
            <pc:sldMk cId="3834200546" sldId="259"/>
            <ac:spMk id="2" creationId="{BE75DB38-488B-73F3-D26D-1A009508A715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6" creationId="{2151139A-886F-4B97-8815-729AD3831BBD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8" creationId="{AB5E08C4-8CDD-4623-A5B8-E998C6DEE3B7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0" creationId="{15F33878-D502-4FFA-8ACE-F2AECDB2A23F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2" creationId="{D3539FEE-81D3-4406-802E-60B20B16F4F6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4" creationId="{DC701763-729E-462F-A5A8-E0DEFEB1E2E4}"/>
          </ac:spMkLst>
        </pc:spChg>
        <pc:picChg chg="add del mod">
          <ac:chgData name="Mathew Scaria" userId="3974405e373567ab" providerId="LiveId" clId="{2DD90D6B-2F61-4982-A7A9-64CA15CE61DE}" dt="2026-05-13T23:41:52.504" v="870" actId="478"/>
          <ac:picMkLst>
            <pc:docMk/>
            <pc:sldMk cId="3834200546" sldId="259"/>
            <ac:picMk id="4" creationId="{B0018D8A-B6DE-A8E5-BFFA-2841FEC916A5}"/>
          </ac:picMkLst>
        </pc:picChg>
        <pc:picChg chg="add mod">
          <ac:chgData name="Mathew Scaria" userId="3974405e373567ab" providerId="LiveId" clId="{2DD90D6B-2F61-4982-A7A9-64CA15CE61DE}" dt="2026-05-13T23:42:09.622" v="872" actId="1076"/>
          <ac:picMkLst>
            <pc:docMk/>
            <pc:sldMk cId="3834200546" sldId="259"/>
            <ac:picMk id="5" creationId="{F0BD4738-DA67-63CE-FD40-3C79C4E2CAA9}"/>
          </ac:picMkLst>
        </pc:picChg>
        <pc:picChg chg="add mod">
          <ac:chgData name="Mathew Scaria" userId="3974405e373567ab" providerId="LiveId" clId="{2DD90D6B-2F61-4982-A7A9-64CA15CE61DE}" dt="2026-05-12T08:56:04.836" v="698" actId="931"/>
          <ac:picMkLst>
            <pc:docMk/>
            <pc:sldMk cId="3834200546" sldId="259"/>
            <ac:picMk id="7" creationId="{0E97F157-548C-F1B7-7EE2-0D3669303996}"/>
          </ac:picMkLst>
        </pc:picChg>
      </pc:sldChg>
      <pc:sldChg chg="addSp delSp modSp add mod ord">
        <pc:chgData name="Mathew Scaria" userId="3974405e373567ab" providerId="LiveId" clId="{2DD90D6B-2F61-4982-A7A9-64CA15CE61DE}" dt="2026-05-14T00:19:10.722" v="891" actId="1076"/>
        <pc:sldMkLst>
          <pc:docMk/>
          <pc:sldMk cId="2584793608" sldId="260"/>
        </pc:sldMkLst>
        <pc:spChg chg="mod">
          <ac:chgData name="Mathew Scaria" userId="3974405e373567ab" providerId="LiveId" clId="{2DD90D6B-2F61-4982-A7A9-64CA15CE61DE}" dt="2026-05-11T14:08:49.315" v="552" actId="20577"/>
          <ac:spMkLst>
            <pc:docMk/>
            <pc:sldMk cId="2584793608" sldId="260"/>
            <ac:spMk id="2" creationId="{679DCA66-6BF2-99E5-687E-4AAD2DF651E6}"/>
          </ac:spMkLst>
        </pc:spChg>
        <pc:picChg chg="add del mod">
          <ac:chgData name="Mathew Scaria" userId="3974405e373567ab" providerId="LiveId" clId="{2DD90D6B-2F61-4982-A7A9-64CA15CE61DE}" dt="2026-05-13T23:44:20.378" v="886" actId="478"/>
          <ac:picMkLst>
            <pc:docMk/>
            <pc:sldMk cId="2584793608" sldId="260"/>
            <ac:picMk id="4" creationId="{889F8FA7-4039-DF79-D7AB-7B16A3CC7548}"/>
          </ac:picMkLst>
        </pc:picChg>
        <pc:picChg chg="add mod">
          <ac:chgData name="Mathew Scaria" userId="3974405e373567ab" providerId="LiveId" clId="{2DD90D6B-2F61-4982-A7A9-64CA15CE61DE}" dt="2026-05-14T00:19:10.722" v="891" actId="1076"/>
          <ac:picMkLst>
            <pc:docMk/>
            <pc:sldMk cId="2584793608" sldId="260"/>
            <ac:picMk id="5" creationId="{D625E82C-0809-5335-B927-D9ABA050223A}"/>
          </ac:picMkLst>
        </pc:picChg>
      </pc:sldChg>
      <pc:sldChg chg="addSp delSp modSp add mod setBg delDesignElem">
        <pc:chgData name="Mathew Scaria" userId="3974405e373567ab" providerId="LiveId" clId="{2DD90D6B-2F61-4982-A7A9-64CA15CE61DE}" dt="2026-05-13T23:44:02.492" v="885" actId="1076"/>
        <pc:sldMkLst>
          <pc:docMk/>
          <pc:sldMk cId="1978823791" sldId="261"/>
        </pc:sldMkLst>
        <pc:picChg chg="del mod">
          <ac:chgData name="Mathew Scaria" userId="3974405e373567ab" providerId="LiveId" clId="{2DD90D6B-2F61-4982-A7A9-64CA15CE61DE}" dt="2026-05-13T23:42:19.741" v="874" actId="478"/>
          <ac:picMkLst>
            <pc:docMk/>
            <pc:sldMk cId="1978823791" sldId="261"/>
            <ac:picMk id="4" creationId="{09884374-A222-D04E-EE99-43CF9877F22B}"/>
          </ac:picMkLst>
        </pc:picChg>
        <pc:picChg chg="add del mod">
          <ac:chgData name="Mathew Scaria" userId="3974405e373567ab" providerId="LiveId" clId="{2DD90D6B-2F61-4982-A7A9-64CA15CE61DE}" dt="2026-05-13T23:42:18.132" v="873" actId="478"/>
          <ac:picMkLst>
            <pc:docMk/>
            <pc:sldMk cId="1978823791" sldId="261"/>
            <ac:picMk id="5" creationId="{C27B7B12-1A2F-23FF-5072-D0B062433574}"/>
          </ac:picMkLst>
        </pc:picChg>
        <pc:picChg chg="add mod">
          <ac:chgData name="Mathew Scaria" userId="3974405e373567ab" providerId="LiveId" clId="{2DD90D6B-2F61-4982-A7A9-64CA15CE61DE}" dt="2026-05-13T23:42:48.228" v="880" actId="1076"/>
          <ac:picMkLst>
            <pc:docMk/>
            <pc:sldMk cId="1978823791" sldId="261"/>
            <ac:picMk id="6" creationId="{59CF245B-A261-AE51-0F29-3C93EAEAE8E4}"/>
          </ac:picMkLst>
        </pc:picChg>
        <pc:picChg chg="mod">
          <ac:chgData name="Mathew Scaria" userId="3974405e373567ab" providerId="LiveId" clId="{2DD90D6B-2F61-4982-A7A9-64CA15CE61DE}" dt="2026-05-12T09:29:39.790" v="767" actId="1076"/>
          <ac:picMkLst>
            <pc:docMk/>
            <pc:sldMk cId="1978823791" sldId="261"/>
            <ac:picMk id="7" creationId="{DC89EEB7-5692-EFBF-5FD1-7357A9E5CAD9}"/>
          </ac:picMkLst>
        </pc:picChg>
        <pc:picChg chg="add mod">
          <ac:chgData name="Mathew Scaria" userId="3974405e373567ab" providerId="LiveId" clId="{2DD90D6B-2F61-4982-A7A9-64CA15CE61DE}" dt="2026-05-12T09:33:20.893" v="773" actId="14100"/>
          <ac:picMkLst>
            <pc:docMk/>
            <pc:sldMk cId="1978823791" sldId="261"/>
            <ac:picMk id="8" creationId="{4111B534-E254-90E2-81A4-B5D259190848}"/>
          </ac:picMkLst>
        </pc:picChg>
        <pc:picChg chg="add mod">
          <ac:chgData name="Mathew Scaria" userId="3974405e373567ab" providerId="LiveId" clId="{2DD90D6B-2F61-4982-A7A9-64CA15CE61DE}" dt="2026-05-13T23:44:02.492" v="885" actId="1076"/>
          <ac:picMkLst>
            <pc:docMk/>
            <pc:sldMk cId="1978823791" sldId="261"/>
            <ac:picMk id="10" creationId="{4C1F2374-91B0-7CCC-3D4E-69C7BCBC56E3}"/>
          </ac:picMkLst>
        </pc:picChg>
      </pc:sldChg>
      <pc:sldChg chg="addSp delSp modSp add mod">
        <pc:chgData name="Mathew Scaria" userId="3974405e373567ab" providerId="LiveId" clId="{2DD90D6B-2F61-4982-A7A9-64CA15CE61DE}" dt="2026-05-12T10:13:54.211" v="804" actId="1076"/>
        <pc:sldMkLst>
          <pc:docMk/>
          <pc:sldMk cId="2786174565" sldId="262"/>
        </pc:sldMkLst>
        <pc:picChg chg="add mod">
          <ac:chgData name="Mathew Scaria" userId="3974405e373567ab" providerId="LiveId" clId="{2DD90D6B-2F61-4982-A7A9-64CA15CE61DE}" dt="2026-05-12T10:13:54.211" v="804" actId="1076"/>
          <ac:picMkLst>
            <pc:docMk/>
            <pc:sldMk cId="2786174565" sldId="262"/>
            <ac:picMk id="7" creationId="{C5386D65-95D1-50E3-BA41-45A20A609B67}"/>
          </ac:picMkLst>
        </pc:picChg>
      </pc:sldChg>
      <pc:sldChg chg="addSp delSp modSp add mod">
        <pc:chgData name="Mathew Scaria" userId="3974405e373567ab" providerId="LiveId" clId="{2DD90D6B-2F61-4982-A7A9-64CA15CE61DE}" dt="2026-05-12T10:16:09.297" v="812" actId="1076"/>
        <pc:sldMkLst>
          <pc:docMk/>
          <pc:sldMk cId="1629346611" sldId="263"/>
        </pc:sldMkLst>
        <pc:picChg chg="add mod">
          <ac:chgData name="Mathew Scaria" userId="3974405e373567ab" providerId="LiveId" clId="{2DD90D6B-2F61-4982-A7A9-64CA15CE61DE}" dt="2026-05-12T10:16:09.297" v="812" actId="1076"/>
          <ac:picMkLst>
            <pc:docMk/>
            <pc:sldMk cId="1629346611" sldId="263"/>
            <ac:picMk id="3" creationId="{15D04751-230A-CF97-A233-D2E7B937977B}"/>
          </ac:picMkLst>
        </pc:picChg>
      </pc:sldChg>
      <pc:sldChg chg="addSp delSp modSp add mod">
        <pc:chgData name="Mathew Scaria" userId="3974405e373567ab" providerId="LiveId" clId="{2DD90D6B-2F61-4982-A7A9-64CA15CE61DE}" dt="2026-05-12T10:25:28.020" v="823" actId="1076"/>
        <pc:sldMkLst>
          <pc:docMk/>
          <pc:sldMk cId="306443379" sldId="264"/>
        </pc:sldMkLst>
        <pc:picChg chg="add mod">
          <ac:chgData name="Mathew Scaria" userId="3974405e373567ab" providerId="LiveId" clId="{2DD90D6B-2F61-4982-A7A9-64CA15CE61DE}" dt="2026-05-12T10:25:28.020" v="823" actId="1076"/>
          <ac:picMkLst>
            <pc:docMk/>
            <pc:sldMk cId="306443379" sldId="264"/>
            <ac:picMk id="6" creationId="{78FD8723-8AFB-BA0C-FC26-76D066F26F87}"/>
          </ac:picMkLst>
        </pc:picChg>
      </pc:sldChg>
      <pc:sldChg chg="addSp delSp modSp add mod">
        <pc:chgData name="Mathew Scaria" userId="3974405e373567ab" providerId="LiveId" clId="{2DD90D6B-2F61-4982-A7A9-64CA15CE61DE}" dt="2026-05-12T10:28:38.203" v="835" actId="1076"/>
        <pc:sldMkLst>
          <pc:docMk/>
          <pc:sldMk cId="458643595" sldId="265"/>
        </pc:sldMkLst>
        <pc:picChg chg="add mod">
          <ac:chgData name="Mathew Scaria" userId="3974405e373567ab" providerId="LiveId" clId="{2DD90D6B-2F61-4982-A7A9-64CA15CE61DE}" dt="2026-05-12T10:27:51.088" v="829" actId="1076"/>
          <ac:picMkLst>
            <pc:docMk/>
            <pc:sldMk cId="458643595" sldId="265"/>
            <ac:picMk id="3" creationId="{81D147DD-B0F0-53B5-F086-BC0AB68D7E2D}"/>
          </ac:picMkLst>
        </pc:picChg>
        <pc:picChg chg="add mod">
          <ac:chgData name="Mathew Scaria" userId="3974405e373567ab" providerId="LiveId" clId="{2DD90D6B-2F61-4982-A7A9-64CA15CE61DE}" dt="2026-05-12T10:28:38.203" v="835" actId="1076"/>
          <ac:picMkLst>
            <pc:docMk/>
            <pc:sldMk cId="458643595" sldId="265"/>
            <ac:picMk id="5" creationId="{92628A3A-4152-5254-973B-26AC7464DCC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271C5-7B71-2062-D95C-266718817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1B96F7-FB42-8DD5-9AB7-7FAAC2B299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2859-B77A-93BE-905A-A425A637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49AF8-49C2-4871-2C9E-FBFCDB56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E5A80-DAA7-45B4-E09C-D0AC87040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6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8205E-A50F-A29F-83D2-F581FD5F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573EB-9C77-2CB8-CB6C-8F763A2F1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2F44C-215B-2599-B49F-20DB3E22A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4E2A7-AC32-1CCE-B60D-110D07BF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09BA3-C07B-06BD-B3FA-D12EEEB00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766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FEDB6-4438-C0E3-7645-9013603D5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E192A-F65C-2109-1B6E-4E01DB7AB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68BB8-CEF6-256D-D4D3-529FB7B89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DF2AD-F9AB-5F5E-4C7F-2DB78B77F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9D827-D990-86DB-3EAF-7E87753DE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103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3BDA-0627-0987-AE97-3FF2F99E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4BB34-5BEA-0909-A67F-BDC88BD18F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86297-1278-1372-5C32-BC880BCA7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82C9-7E5B-4537-54B2-4EC94A1A6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9E429-04F0-D274-618C-DBEE668AE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666B8-CE80-1C58-021C-3869E63B8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13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2C682-A539-9FB0-EE02-0B1D85ACF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DD660-28C5-C8E9-7784-71B196E37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9DDCA-5AF2-35AF-FFD4-129B21E42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B6493-4A07-E76A-C896-CA8BB3DC6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F9C2F4-B3C9-3FE5-9DB2-A3AC5E8310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776102-8345-B550-D587-EDE50074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2C21F4-6CA8-2BB9-7B0F-C89A6DD4F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2587CF-FC31-0EE3-E1AC-E57FAFBC3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11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337F1-6DAD-4C3C-1FA3-7EFCF87D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FFD1D7-8791-E9B9-C866-FBABE2354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ADDDB0-808B-2F2C-E17A-AEA3C4046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EC0F9F-4152-EE53-BDD8-4DF56554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40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F6847D-CD78-E897-030A-2CC82308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F906F5-5569-32CB-35B6-729666FDB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8279F-D5EE-2152-BBF1-CCF499F0B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09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ED3E-B5C4-71DD-2335-87A1DA83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88BDA-1C86-9911-4114-816C7CC1CE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0DA3DB-8AB2-7E50-9B1A-92691C5125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A237C-56F2-70E6-9F2F-AE187474E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D1BB21-83B9-B277-2CDF-5914BD7D6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19FE29-E6B9-0D32-BD51-61E003885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69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33F6-CF5E-9917-2654-D1811FF78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6F654F-C1FF-BF3A-B379-6C428D9FE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7FF58-B0AA-0B73-2D85-0800930AC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0988C-F3ED-AFA1-F965-DF2336794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E4674D-BA29-1D22-A858-659C2B7E4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CAEF5-388E-9241-9B8E-0EA2BFA76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787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267D-E6F8-2E29-73E5-413F35F4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A96ED-FC8E-45F5-99BE-D164C0775D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5BD7B-926E-6BF5-8DCB-672437508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D1AEB-CA8E-A817-026E-5956B9586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68E1B-C4CF-1589-CA5F-09AA747A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489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DD8961-9A80-7471-C632-7858B81A7D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035C4B-DA62-D7AA-713F-0355CA750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25A54-3C82-A3D7-DD14-0132B547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09F84-5E5A-823A-47FD-D1DC9693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DEF91-F6E1-F122-2C47-C5867B5A9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51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4BE1F-0280-E168-361B-056A2B41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8219-4FC0-1CC6-FE47-DDB0BCAFA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A7437D-3578-CD6B-AFF6-24DDAAEDE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FE864-9043-4F46-A474-21228CF5E08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9A55F-5B98-DEED-4AF6-3AEBA02E3B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EF7B8-1C67-0E45-9429-1A1D8CD02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3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census.gov/" TargetMode="External"/><Relationship Id="rId2" Type="http://schemas.openxmlformats.org/officeDocument/2006/relationships/hyperlink" Target="https://www.huduser.gov/portal/dataset/fmr-api.html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A6684-A487-A0F6-19DF-168314AA77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 Vacancy Rates Affect Fair Market Rent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7622B5-C49D-FF32-CC71-4108246071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Mathew Scaria</a:t>
            </a:r>
          </a:p>
        </p:txBody>
      </p:sp>
    </p:spTree>
    <p:extLst>
      <p:ext uri="{BB962C8B-B14F-4D97-AF65-F5344CB8AC3E}">
        <p14:creationId xmlns:p14="http://schemas.microsoft.com/office/powerpoint/2010/main" val="2987522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9751E-C0FC-5E6E-2304-527610448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DB1765-415D-8A50-0123-6B10E598B749}"/>
              </a:ext>
            </a:extLst>
          </p:cNvPr>
          <p:cNvSpPr txBox="1"/>
          <p:nvPr/>
        </p:nvSpPr>
        <p:spPr>
          <a:xfrm>
            <a:off x="838200" y="1690687"/>
            <a:ext cx="10439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Research Question:</a:t>
            </a:r>
            <a:r>
              <a:rPr lang="en-US" dirty="0"/>
              <a:t> How do Vacancy Rates Affect Fair Market Rent?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Hypothesis: </a:t>
            </a:r>
            <a:r>
              <a:rPr lang="en-US" dirty="0"/>
              <a:t>Low vacancy rate leads to higher rent and high vacancy rate leads to low rent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Dependent Variable:</a:t>
            </a:r>
            <a:r>
              <a:rPr lang="en-US" dirty="0"/>
              <a:t> fmr_2bed (Fair Market Rent for a 2-bedroom unit)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Independent Variable:</a:t>
            </a:r>
            <a:r>
              <a:rPr lang="en-US" dirty="0"/>
              <a:t> vacancy_rate (The percent of all housing units in a county that are vacant)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Controls:</a:t>
            </a:r>
            <a:br>
              <a:rPr lang="en-US" dirty="0"/>
            </a:br>
            <a:r>
              <a:rPr lang="en-US" dirty="0" err="1"/>
              <a:t>total_housing_units</a:t>
            </a:r>
            <a:r>
              <a:rPr lang="en-US" dirty="0"/>
              <a:t> (Total number of housing units in a county, including apartments, houses, and all other unit types)</a:t>
            </a:r>
            <a:br>
              <a:rPr lang="en-US" dirty="0"/>
            </a:br>
            <a:r>
              <a:rPr lang="en-US" dirty="0" err="1"/>
              <a:t>median_income</a:t>
            </a:r>
            <a:r>
              <a:rPr lang="en-US" dirty="0"/>
              <a:t> (Median household income in dollars)</a:t>
            </a:r>
            <a:br>
              <a:rPr lang="en-US" dirty="0"/>
            </a:br>
            <a:r>
              <a:rPr lang="en-US" dirty="0" err="1"/>
              <a:t>households_with_children</a:t>
            </a:r>
            <a:r>
              <a:rPr lang="en-US" dirty="0"/>
              <a:t> (The number of families with children under 18)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385A5-044D-9747-7FF8-1819C7CE07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715352"/>
            <a:ext cx="10108812" cy="949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66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7F23E-16AC-2913-6543-BEC1B6D30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8F006-B50D-2B02-A0EB-288F977AD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&amp; Data Collection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528D7-F7D4-2BD2-8811-E813BCAB9628}"/>
              </a:ext>
            </a:extLst>
          </p:cNvPr>
          <p:cNvSpPr txBox="1"/>
          <p:nvPr/>
        </p:nvSpPr>
        <p:spPr>
          <a:xfrm>
            <a:off x="838200" y="1450056"/>
            <a:ext cx="1043940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HUD Fair Market Rent API (huduser.gov)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HUD API Documentation Location: </a:t>
            </a:r>
            <a:r>
              <a:rPr lang="en-US" sz="1500" dirty="0"/>
              <a:t>huduser.gov → Datasets → Fair Market Rents → API Documentation</a:t>
            </a:r>
            <a:endParaRPr lang="nb-NO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The </a:t>
            </a:r>
            <a:r>
              <a:rPr lang="en-US" sz="1500" dirty="0">
                <a:hlinkClick r:id="rId2"/>
              </a:rPr>
              <a:t>API documentation </a:t>
            </a:r>
            <a:r>
              <a:rPr lang="en-US" sz="1500" dirty="0"/>
              <a:t>was straightforward to navigate, it clearly listed the available endpoints and what data each one returned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/>
              <a:t>Before writing the full loop, I made a single API call for one state to explore the JSON response and understand the structure of the data, so I could identify which variables I needed.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To get the list of states, I used the </a:t>
            </a:r>
            <a:r>
              <a:rPr lang="en-US" sz="1500" dirty="0" err="1"/>
              <a:t>fmr</a:t>
            </a:r>
            <a:r>
              <a:rPr lang="en-US" sz="1500" dirty="0"/>
              <a:t>/</a:t>
            </a:r>
            <a:r>
              <a:rPr lang="en-US" sz="1500" dirty="0" err="1"/>
              <a:t>listStates</a:t>
            </a:r>
            <a:r>
              <a:rPr lang="en-US" sz="1500" dirty="0"/>
              <a:t> endpoint to retrieve all state codes rather than hardcoding them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I then looped through each state code, queried the </a:t>
            </a:r>
            <a:r>
              <a:rPr lang="en-US" sz="1500" dirty="0" err="1"/>
              <a:t>fmr</a:t>
            </a:r>
            <a:r>
              <a:rPr lang="en-US" sz="1500" dirty="0"/>
              <a:t>/</a:t>
            </a:r>
            <a:r>
              <a:rPr lang="en-US" sz="1500" dirty="0" err="1"/>
              <a:t>statedata</a:t>
            </a:r>
            <a:r>
              <a:rPr lang="en-US" sz="1500" dirty="0"/>
              <a:t>/{state} endpoint for 2023 data, and aggregated the results into a single </a:t>
            </a:r>
            <a:r>
              <a:rPr lang="en-US" sz="1500" dirty="0" err="1"/>
              <a:t>dataframe</a:t>
            </a:r>
            <a:r>
              <a:rPr lang="en-US" sz="1500" dirty="0"/>
              <a:t> containing county-level Fair Market Rent data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endParaRPr lang="nb-NO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Other variables were obtained through the </a:t>
            </a:r>
            <a:r>
              <a:rPr lang="nb-NO" sz="1500" dirty="0">
                <a:hlinkClick r:id="rId3"/>
              </a:rPr>
              <a:t>Census Bureau database </a:t>
            </a:r>
            <a:r>
              <a:rPr lang="nb-NO" sz="1500" dirty="0"/>
              <a:t>through CSV files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C1C1E0-7E67-E50E-7B59-7FA09F9139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2383" y="3108232"/>
            <a:ext cx="3086050" cy="9268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7F84D41-0128-4E91-DF7E-E684BCFC94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2422" y="4551085"/>
            <a:ext cx="5085936" cy="113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647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BD32-7D83-13EC-7D62-7D729DCCF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386D65-95D1-50E3-BA41-45A20A609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903" y="298382"/>
            <a:ext cx="9705769" cy="459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74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26398-428C-7B05-F3BB-31F2B8D2D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D04751-230A-CF97-A233-D2E7B9379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008" y="249291"/>
            <a:ext cx="8746549" cy="607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46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28810-2967-807F-44D7-47DD749B5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8FD8723-8AFB-BA0C-FC26-76D066F26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26" y="666018"/>
            <a:ext cx="11303547" cy="5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43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A8C68-A114-28B9-130E-ECA0C063C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D147DD-B0F0-53B5-F086-BC0AB68D7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3427" y="194383"/>
            <a:ext cx="7838464" cy="38010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628A3A-4152-5254-973B-26AC7464D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61" y="4657997"/>
            <a:ext cx="10347078" cy="705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643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AB4C0-A279-4ADA-A7EE-E3761EF7A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75DB38-488B-73F3-D26D-1A009508A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Graphs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97F157-548C-F1B7-7EE2-0D36693039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748" y="2602436"/>
            <a:ext cx="5131088" cy="31556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BD4738-DA67-63CE-FD40-3C79C4E2C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6" y="2646393"/>
            <a:ext cx="5086611" cy="311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00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EEF7B-83C7-B71C-509C-AD3B46473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93E-39D1-CE04-9D42-1F9DE86B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Graphs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89EEB7-5692-EFBF-5FD1-7357A9E5CA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54091"/>
            <a:ext cx="4031616" cy="24794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1B534-E254-90E2-81A4-B5D2591908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949" y="4405359"/>
            <a:ext cx="7910390" cy="15141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CF245B-A261-AE51-0F29-3C93EAEAE8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1" y="353160"/>
            <a:ext cx="4053128" cy="24794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1F2374-91B0-7CCC-3D4E-69C7BCBC56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697" y="802450"/>
            <a:ext cx="7776712" cy="1604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82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BE3A-BB6E-9ED9-6305-7198B676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DCA66-6BF2-99E5-687E-4AAD2DF65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25E82C-0809-5335-B927-D9ABA05022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152" y="1594435"/>
            <a:ext cx="6955350" cy="477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793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2048</TotalTime>
  <Words>295</Words>
  <Application>Microsoft Office PowerPoint</Application>
  <PresentationFormat>Widescreen</PresentationFormat>
  <Paragraphs>33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How Vacancy Rates Affect Fair Market Rent</vt:lpstr>
      <vt:lpstr>Intro</vt:lpstr>
      <vt:lpstr>API &amp; Data Collection Process</vt:lpstr>
      <vt:lpstr>PowerPoint Presentation</vt:lpstr>
      <vt:lpstr>PowerPoint Presentation</vt:lpstr>
      <vt:lpstr>PowerPoint Presentation</vt:lpstr>
      <vt:lpstr>PowerPoint Presentation</vt:lpstr>
      <vt:lpstr>Graphs</vt:lpstr>
      <vt:lpstr>Graphs</vt:lpstr>
      <vt:lpstr>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Mathew Scaria</dc:creator>
  <cp:lastModifiedBy>Mathew Scaria</cp:lastModifiedBy>
  <cp:revision>1</cp:revision>
  <dcterms:created xsi:type="dcterms:W3CDTF">2026-05-08T20:44:56Z</dcterms:created>
  <dcterms:modified xsi:type="dcterms:W3CDTF">2026-05-14T00:19:19Z</dcterms:modified>
</cp:coreProperties>
</file>