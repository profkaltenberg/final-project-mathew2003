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6" d="100"/>
          <a:sy n="66" d="100"/>
        </p:scale>
        <p:origin x="36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hew Scaria" userId="3974405e373567ab" providerId="LiveId" clId="{2DD90D6B-2F61-4982-A7A9-64CA15CE61DE}"/>
    <pc:docChg chg="custSel addSld modSld">
      <pc:chgData name="Mathew Scaria" userId="3974405e373567ab" providerId="LiveId" clId="{2DD90D6B-2F61-4982-A7A9-64CA15CE61DE}" dt="2026-05-08T20:45:26.305" v="66" actId="20577"/>
      <pc:docMkLst>
        <pc:docMk/>
      </pc:docMkLst>
      <pc:sldChg chg="modSp new mod">
        <pc:chgData name="Mathew Scaria" userId="3974405e373567ab" providerId="LiveId" clId="{2DD90D6B-2F61-4982-A7A9-64CA15CE61DE}" dt="2026-05-08T20:45:26.305" v="66" actId="20577"/>
        <pc:sldMkLst>
          <pc:docMk/>
          <pc:sldMk cId="2987522229" sldId="256"/>
        </pc:sldMkLst>
        <pc:spChg chg="mod">
          <ac:chgData name="Mathew Scaria" userId="3974405e373567ab" providerId="LiveId" clId="{2DD90D6B-2F61-4982-A7A9-64CA15CE61DE}" dt="2026-05-08T20:45:18.969" v="49" actId="313"/>
          <ac:spMkLst>
            <pc:docMk/>
            <pc:sldMk cId="2987522229" sldId="256"/>
            <ac:spMk id="2" creationId="{15DA6684-A487-A0F6-19DF-168314AA77B5}"/>
          </ac:spMkLst>
        </pc:spChg>
        <pc:spChg chg="mod">
          <ac:chgData name="Mathew Scaria" userId="3974405e373567ab" providerId="LiveId" clId="{2DD90D6B-2F61-4982-A7A9-64CA15CE61DE}" dt="2026-05-08T20:45:26.305" v="66" actId="20577"/>
          <ac:spMkLst>
            <pc:docMk/>
            <pc:sldMk cId="2987522229" sldId="256"/>
            <ac:spMk id="3" creationId="{1E7622B5-C49D-FF32-CC71-410824607161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6271C5-7B71-2062-D95C-2667188179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1B96F7-FB42-8DD5-9AB7-7FAAC2B299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A22859-B77A-93BE-905A-A425A637C2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FE864-9043-4F46-A474-21228CF5E085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449AF8-49C2-4871-2C9E-FBFCDB560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DE5A80-DAA7-45B4-E09C-D0AC870407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581A8-8C9E-4A83-ADCC-0EBD371FC6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87621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38205E-A50F-A29F-83D2-F581FD5FAF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3573EB-9C77-2CB8-CB6C-8F763A2F14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42F44C-215B-2599-B49F-20DB3E22A4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FE864-9043-4F46-A474-21228CF5E085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54E2A7-AC32-1CCE-B60D-110D07BF2B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809BA3-C07B-06BD-B3FA-D12EEEB00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581A8-8C9E-4A83-ADCC-0EBD371FC6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07664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FFEDB6-4438-C0E3-7645-9013603D55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4E192A-F65C-2109-1B6E-4E01DB7AB8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968BB8-CEF6-256D-D4D3-529FB7B89D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FE864-9043-4F46-A474-21228CF5E085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DDF2AD-F9AB-5F5E-4C7F-2DB78B77F1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B9D827-D990-86DB-3EAF-7E87753DED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581A8-8C9E-4A83-ADCC-0EBD371FC6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11031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9E3BDA-0627-0987-AE97-3FF2F99E3B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C4BB34-5BEA-0909-A67F-BDC88BD18F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986297-1278-1372-5C32-BC880BCA77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9282C9-7E5B-4537-54B2-4EC94A1A67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FE864-9043-4F46-A474-21228CF5E085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39E429-04F0-D274-618C-DBEE668AEB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5666B8-CE80-1C58-021C-3869E63B8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581A8-8C9E-4A83-ADCC-0EBD371FC6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85138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32C682-A539-9FB0-EE02-0B1D85ACF1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1DD660-28C5-C8E9-7784-71B196E37F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D9DDCA-5AF2-35AF-FFD4-129B21E42B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4B6493-4A07-E76A-C896-CA8BB3DC657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F9C2F4-B3C9-3FE5-9DB2-A3AC5E8310F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7776102-8345-B550-D587-EDE500741F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FE864-9043-4F46-A474-21228CF5E085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B2C21F4-6CA8-2BB9-7B0F-C89A6DD4F0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A2587CF-FC31-0EE3-E1AC-E57FAFBC3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581A8-8C9E-4A83-ADCC-0EBD371FC6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22117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4337F1-6DAD-4C3C-1FA3-7EFCF87DC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BFFD1D7-8791-E9B9-C866-FBABE23549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FE864-9043-4F46-A474-21228CF5E085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ADDDB0-808B-2F2C-E17A-AEA3C40464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EC0F9F-4152-EE53-BDD8-4DF5655430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581A8-8C9E-4A83-ADCC-0EBD371FC6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74049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4F6847D-CD78-E897-030A-2CC8230883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FE864-9043-4F46-A474-21228CF5E085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F906F5-5569-32CB-35B6-729666FDBD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C8279F-D5EE-2152-BBF1-CCF499F0B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581A8-8C9E-4A83-ADCC-0EBD371FC6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2091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CDED3E-B5C4-71DD-2335-87A1DA837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788BDA-1C86-9911-4114-816C7CC1CE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0DA3DB-8AB2-7E50-9B1A-92691C5125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DA237C-56F2-70E6-9F2F-AE187474E4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FE864-9043-4F46-A474-21228CF5E085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D1BB21-83B9-B277-2CDF-5914BD7D6C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19FE29-E6B9-0D32-BD51-61E003885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581A8-8C9E-4A83-ADCC-0EBD371FC6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89697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3333F6-CF5E-9917-2654-D1811FF78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06F654F-C1FF-BF3A-B379-6C428D9FE3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07FF58-B0AA-0B73-2D85-0800930ACE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E0988C-F3ED-AFA1-F965-DF23367945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FE864-9043-4F46-A474-21228CF5E085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E4674D-BA29-1D22-A858-659C2B7E4B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5CAEF5-388E-9241-9B8E-0EA2BFA76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581A8-8C9E-4A83-ADCC-0EBD371FC6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17870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5267D-E6F8-2E29-73E5-413F35F44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CA96ED-FC8E-45F5-99BE-D164C0775D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25BD7B-926E-6BF5-8DCB-672437508D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FE864-9043-4F46-A474-21228CF5E085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5D1AEB-CA8E-A817-026E-5956B9586C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868E1B-C4CF-1589-CA5F-09AA747A7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581A8-8C9E-4A83-ADCC-0EBD371FC6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44899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0DD8961-9A80-7471-C632-7858B81A7D4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035C4B-DA62-D7AA-713F-0355CA7507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125A54-3C82-A3D7-DD14-0132B54777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FE864-9043-4F46-A474-21228CF5E085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309F84-5E5A-823A-47FD-D1DC9693D7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DDEF91-F6E1-F122-2C47-C5867B5A9C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581A8-8C9E-4A83-ADCC-0EBD371FC6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516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B4BE1F-0280-E168-361B-056A2B410C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058219-4FC0-1CC6-FE47-DDB0BCAFAF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A7437D-3578-CD6B-AFF6-24DDAAEDE07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8FE864-9043-4F46-A474-21228CF5E085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9A55F-5B98-DEED-4AF6-3AEBA02E3B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EEF7B8-1C67-0E45-9429-1A1D8CD028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D581A8-8C9E-4A83-ADCC-0EBD371FC6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0632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DA6684-A487-A0F6-19DF-168314AA77B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How Vacancy Rates Affect Fair Market Rent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7622B5-C49D-FF32-CC71-41082460716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Mathew Scaria</a:t>
            </a:r>
          </a:p>
        </p:txBody>
      </p:sp>
    </p:spTree>
    <p:extLst>
      <p:ext uri="{BB962C8B-B14F-4D97-AF65-F5344CB8AC3E}">
        <p14:creationId xmlns:p14="http://schemas.microsoft.com/office/powerpoint/2010/main" val="29875222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</Words>
  <Application>Microsoft Office PowerPoint</Application>
  <PresentationFormat>Widescreen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How Vacancy Rates Affect Fair Market Rent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Mathew Scaria</dc:creator>
  <cp:lastModifiedBy>Mathew Scaria</cp:lastModifiedBy>
  <cp:revision>1</cp:revision>
  <dcterms:created xsi:type="dcterms:W3CDTF">2026-05-08T20:44:56Z</dcterms:created>
  <dcterms:modified xsi:type="dcterms:W3CDTF">2026-05-08T20:45:33Z</dcterms:modified>
</cp:coreProperties>
</file>